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ICT-UNIVERSITY — SECTION FRANCOPHONE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Spécialité Cybersécurité · Site Dispensaire Messassi, Yaoundé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SYSTÈMES NUMÉRIQUES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 2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 de produits et gestion des stocks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rendu de projet — Session normale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80060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074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Soumelong Jordan Landry (ICTU20251294)  &amp;  Bekonje Bekonje Alexandre (ICTU20251313)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440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Dirigé par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Monsieur Guy Atangana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général et rôle du Groupe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numérique est construite de façon collaborative : chaque groupe conçoit, développe, teste et documente un module distinct, avant intégration.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du Groupe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du module « Catalogue de produits et gestion des stocks », la pièce centrale que consomment les autres modules de la plateforme.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4340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52360" y="168249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01000" y="160020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0" y="2468880"/>
            <a:ext cx="4343400" cy="713232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255117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01000" y="24688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3337560"/>
            <a:ext cx="434340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341985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01000" y="33375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0" y="4206240"/>
            <a:ext cx="4343400" cy="713232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428853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01000" y="420624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0" y="5074920"/>
            <a:ext cx="434340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51572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01000" y="507492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GÉNÉRAL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disposition un module fiable, sécurisé et performant, couvrant tout le cycle de vie d'un produit — de sa création au suivi de son stock — avec une recherche rapide même sur un catalogue volumineux.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SPÉCIFIQUES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05740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93852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Ajouter, modifier et supprimer produits et catégories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2715768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59689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Associer images et quantités en stock à chaque produit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3374136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25526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une recherche et un filtrage rapides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4032504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391363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l'intégrité des données de stock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4690872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4572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 module pour les autres groupes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534924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52303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chaque opération critique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Acteurs concernés par le catalogue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7432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vis-à-vis du catalogue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Administrateur / gestionnaire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Crée, modifie et supprime les produits, catégories et quantités en stock.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 final (client)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 le catalogue ; recherche et filtre par catégorie, prix ou disponibilité.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modules de la plateforme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Consomment les données du catalogue via les interfaces exposées.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7F4F1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7548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catégorie d'utilisateurs — les administrateurs — peut modifier le catalogue ; les autres n'y accèdent qu'en lecture. C'est un principe clé de contrôle d'accès.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Besoins fonctionnels (avec exemples)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produit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Casque JBL, catégorie Électronique, 22 000 FCFA, stock 40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8288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1764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 produit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03720" y="216712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le prix du casque JBL après une promotion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747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410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 produit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81304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une référence en rupture définitive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24612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4747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3410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/ filtrer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381304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"casque" retourne tous les produits correspondants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1206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093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5056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catégories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54589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Renommer "Informatique" en "Informatique &amp; Bureautique"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8920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51206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5093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03720" y="5056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Alerter sur le stock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03720" y="54589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quand le stock atteint son seuil critique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Besoins non fonctionnels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971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42900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 rapides même à grand volume (&lt; 300 ms / 1000 produits)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07208" y="21031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71800" y="2971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71800" y="342900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restreint aux administrateurs ; entrées validées et filtrées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65776" y="21031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0368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0368" y="2971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30368" y="342900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perte de données lors des mises à jour concurrentes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24344" y="21031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936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88936" y="2971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8936" y="342900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modification importante est journalisée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2912" y="21031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47504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747504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47504" y="2971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Maintenabilité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47504" y="342900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structuré, documenté et testé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766560" cy="2103120"/>
        </p:xfrm>
        <a:graphic>
          <a:graphicData uri="http://schemas.openxmlformats.org/drawingml/2006/table">
            <a:tbl>
              <a:tblPr/>
              <a:tblGrid>
                <a:gridCol w="1554480"/>
                <a:gridCol w="3474720"/>
                <a:gridCol w="173736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Attributs principaux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nom, description, prix, image, catégorie_id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Catégorie ; 1 Stock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nom, 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Produits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produit_id, quantité, seuil, date_maj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Produit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86200"/>
            <a:ext cx="6766560" cy="2103120"/>
          </a:xfrm>
          <a:prstGeom prst="roundRect">
            <a:avLst>
              <a:gd name="adj" fmla="val 3478"/>
            </a:avLst>
          </a:prstGeom>
          <a:solidFill>
            <a:srgbClr val="E7F4F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069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séparer le Stock du Produit 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448056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stock évolue très souvent (ventes, réceptions), alors que la fiche produit reste stable. Ce découpage limite les erreurs et facilite la maintenance.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89520" y="1600200"/>
            <a:ext cx="4023360" cy="438912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RELATIONNEL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37744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Catégorie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(1—N)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Produit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(1—1)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logicielle en couches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160020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d'ajout/modification, recherche et consultation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3288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2532888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données, calcul des quantités, alertes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6557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données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3465576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optimisées et indexées vers la base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98264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4398264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internes exposées aux autres modules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« Ajouter un produit » → Présentation collecte le formulaire → Logique métier vérifie prix et catégorie → Accès aux données insère le produit et crée sa ligne de Stock.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technologiques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54864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Flask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Micro-framework léger pour exposer les pages et les interfaces internes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194560"/>
            <a:ext cx="54864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423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30175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en un seul fichier, sans serveur à installer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194560"/>
            <a:ext cx="54864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423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/ CSS / JS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30175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simple pour la démonstration interactive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dérouler tout le cycle de vie d'un produit (formulaire → validation → base de données → affichage) en quelques dizaines de lignes de code, faciles à commenter devant un jury.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développées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produit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validé, upload d'image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28416" y="164592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828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11296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11296" y="233172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11296" y="278892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sans perte de données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08192" y="164592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1828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91072" y="233172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sécurisée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91072" y="278892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puis retrait des références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87968" y="164592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0848" y="1828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070848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70848" y="233172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catégories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070848" y="278892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Création, renommage, suppression contrôlée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9319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904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" y="443484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images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1520" y="48920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du format et de la taille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28416" y="374904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11296" y="39319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3511296" y="3904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11296" y="443484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quantités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11296" y="48920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jamais négatif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08192" y="374904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91072" y="39319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6291072" y="3904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291072" y="443484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&amp; filtrage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291072" y="48920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nom, catégorie, disponibilité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887968" y="374904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70848" y="39319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9070848" y="3904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070848" y="443484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070848" y="48920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par lots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Extrait de code — ajout d'un produit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754880"/>
          </a:xfrm>
          <a:prstGeom prst="roundRect">
            <a:avLst>
              <a:gd name="adj" fmla="val 1538"/>
            </a:avLst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ajouter_produit(nom, prix, categorie_id, quantite_initiale):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nom or prix is None or prix &lt; 0: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ValueError("Nom et prix valides sont obligatoires")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categorie_existe(categorie_id):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ValueError("Catégorie inconnue")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produit_id = db.executer(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"INSERT INTO produit (nom, prix, categorie_id) VALUES (?, ?, ?)",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(nom, prix, categorie_id)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db.executer(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"INSERT INTO stock (produit_id, quantite, seuil_alerte) VALUES (?, ?, ?)",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(produit_id, quantite_initiale, 5)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produit_id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Extrait de code — mise à jour atomique du stock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754880"/>
          </a:xfrm>
          <a:prstGeom prst="roundRect">
            <a:avLst>
              <a:gd name="adj" fmla="val 1538"/>
            </a:avLst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mettre_a_jour_stock(produit_id, variation, auteur):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db.transaction():   # verrouille la ligne le temps de l'opération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quantite = db.lire_quantite(produit_id) + variation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quantite &lt; 0: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ValueError("Stock insuffisant")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db.executer(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"UPDATE stock SET quantite = ? WHERE produit_id = ?",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(quantite, produit_id)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journaliser(produit_id, variation, auteur)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quantite &lt;= seuil_alerte(produit_id):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declencher_alerte(produit_id, quantite)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Jeu de données utilisé pour la démonstration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329184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1554480"/>
                <a:gridCol w="1554480"/>
                <a:gridCol w="155448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Électronique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Casque audio Bluetooth JBL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Électronique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Chargeur rapide 20W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6 500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Informatique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 USB 32 Go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Informatique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Souris optique sans fil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8 500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Papeterie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Ramette de papier A4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Papeterie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Cahier 200 pages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rouge : les deux produits qui déclenchent une alerte de stock dans la simulation (sous le seuil ou en rupture).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du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8424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systématique des données, côté client et côté serveur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42616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786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en écriture réservé aux administrateurs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300984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36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du type et de la taille des fichiers image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95935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953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des opérations sensibles (traçabilité)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5537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atomique des quantités de stock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27608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préparées pour prévenir les injections SQL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et validation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02336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411480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testé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attendu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Unitaire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 d'un produit à prix négatif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Rejet avec message d'erreur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Suppression d'une catégorie non vide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Blocage de l'opération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Deux ventes simultanées du même produit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perte d'écriture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sur 1000 produits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 en moins de 300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Non-régression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Rejeu des tests après une évolution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test cassé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et intégration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livrée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Modèle de données et interfaces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8986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Règles de validation et cas d'erreur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4655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Guide d'installation et de configuration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3250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Guide d'utilisation de l'administration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5994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FAQ sur la gestion des stocks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avec les autres groupes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331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Format commun des données échangées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8986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Réunions régulières de cohérence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46520" y="346557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Documentation technique partagée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46520" y="403250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Retours pris en compte lors des tests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76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 de produits et gestion des stocks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module complet, fiable et prêt à s'intégrer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« Catalogue de produits et gestion des stocks » répond aux besoins identifiés : gestion complète des produits et catégories, suivi fiable des stocks, recherche rapide et sécurisée, et une documentation qui facilite l'intégration avec les autres modules.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Statistiques sur les produits les plus consultés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Recommandations automatiques de produits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Notifications de stock en temps réel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852160"/>
            <a:ext cx="10789920" cy="0"/>
          </a:xfrm>
          <a:prstGeom prst="line">
            <a:avLst/>
          </a:prstGeom>
          <a:noFill/>
          <a:ln w="12700">
            <a:solidFill>
              <a:srgbClr val="3A44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Soumelong Jordan Landry (ICTU20251294) &amp; Bekonje Bekonje Alexandre (ICTU20251313) — Dirigé par M. Guy Atangana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2026-09-27T18:41:04Z</dcterms:created>
  <dcterms:modified xsi:type="dcterms:W3CDTF">2026-09-27T18:41:04Z</dcterms:modified>
</cp:coreProperties>
</file>