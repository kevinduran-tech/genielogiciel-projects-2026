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— SECTION FRANCOPHONE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961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Spécialité Cybersécurité · Dispensaire Messassi, Yaoundé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SYSTÈMES NUMÉRIQUES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9B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Panier, commandes et livraison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· Conception · Développement · Tests · Documentation · Déploiement Git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743200" cy="0"/>
          </a:xfrm>
          <a:prstGeom prst="line">
            <a:avLst/>
          </a:prstGeom>
          <a:noFill/>
          <a:ln w="25400">
            <a:solidFill>
              <a:srgbClr val="C061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7044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Monkam Kevin Duran — ICTU20241801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Nassourou Ali — ICTU20251264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Emoune Massoma Éric Joyce — ICTU20251298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5577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DIRIGÉ PAR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5870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Monsieur Guy Atangana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général du projet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de Systèmes Numériques consiste à concevoir, de façon collaborative, une plateforme numérique organisée en plusieurs modules fonctionnels. Chaque groupe intervient sur l'ensemble du cycle de vie logiciel de son module : analyse des besoins, conception, développement, tests et documentation.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modules doivent s'intégrer harmonieusement, avec un accent constant sur la qualité, la sécurité et la traçabilité tout au long du projet.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77647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du Groupe 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160520"/>
            <a:ext cx="104790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du module « Panier, commandes et livraison », qui porte l'ensemble du parcours d'achat du client : ajout au panier, validation de la commande, suivi de la livraison et génération des factures.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Analyse des besoins   02 Conception   03 Développement   04 Tests   05 Documentation   06 Déploiement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GÉNÉRAL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Offrir aux clients un parcours d'achat fiable et sécurisé, du panier à la livraison, en garantissant la cohérence avec le stock et la traçabilité de chaque commande.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concernés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406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vis-à-vis du panier et des commandes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 des produits au panier, passe commande, suit sa livraison, consulte son historique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/ gestionnaire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 les commandes, met à jour leur statut, gère les annulations et remboursements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Livreur / transporteur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à jour le statut de livraison jusqu'à la remise au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modules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- stock, prix (Groupe 2) · Sécurité - authentification (Groupe 1) · Frontend (Groupe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fonctionnels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7373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 et retirer un produit du panier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17373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total du panier (produits, quantités, frais de livraison)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7889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une commande à partir du panier, après vérification du stock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83464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27889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l'état d'une commande (en attente, confirmée, en préparation, expédiée, livrée, annulée)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8404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une facture pour chaque commande validée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38404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annulations et les remboursements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l'historique des commandes d'un client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493776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C061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4892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le statut de livraison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non fonctionnels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48256" cy="2651760"/>
          </a:xfrm>
          <a:prstGeom prst="roundRect">
            <a:avLst>
              <a:gd name="adj" fmla="val 267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889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commande perdue ou dupliquée, même en cas de forte affluence.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1488" y="1874520"/>
            <a:ext cx="2048256" cy="2651760"/>
          </a:xfrm>
          <a:prstGeom prst="roundRect">
            <a:avLst>
              <a:gd name="adj" fmla="val 267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62656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62656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62656" y="27889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n'accède qu'à ses propres commandes ; entrées validées côté serveur.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74336" y="1874520"/>
            <a:ext cx="2048256" cy="2651760"/>
          </a:xfrm>
          <a:prstGeom prst="roundRect">
            <a:avLst>
              <a:gd name="adj" fmla="val 267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75504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75504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7889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 vérifié doit refléter la disponibilité réelle au moment de la validation.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87184" y="1874520"/>
            <a:ext cx="2048256" cy="2651760"/>
          </a:xfrm>
          <a:prstGeom prst="roundRect">
            <a:avLst>
              <a:gd name="adj" fmla="val 267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8352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88352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88352" y="27889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de statut de commande est journalisé.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00032" y="1874520"/>
            <a:ext cx="2048256" cy="2651760"/>
          </a:xfrm>
          <a:prstGeom prst="roundRect">
            <a:avLst>
              <a:gd name="adj" fmla="val 267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0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2404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Maintenabilité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2788920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structuré, documenté et testé pour faciliter les évolutions.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Attributs principaux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client_id, date_creation, 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Appartient à un Client ; contient des LignePanier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LignePanier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panier_id, produit_id, quantité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Associée à un Panier et à un Produit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client_id, date, statut, montant_total, adresse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d'un Panier ; contient des LigneCommande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LigneCommande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commande_id, produit_id, quantité, prix_unitaire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Associée à une Commande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commande_id, numéro, date_émission, montant, 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Associée à une Commande unique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commande_id, transporteur, statut, 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Associée à une Commande unique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est figé dans LigneCommande : si le prix catalogue change après la commande, la facture reste fidèle au montant réellement payé.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couches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du panier, tunnel de commande, suivi et facture téléchargeable (Groupe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 métier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du total, vérification de la disponibilité, gestion des transitions d'état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aux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atomiques lors de la création d'une commande (panier → commande)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Appels au module Catalogue (stock, prix) et au module Sécurité (authentification)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de vie d'une commande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1945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88920" y="219456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194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1945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219456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194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préparation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1945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9480" y="219456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194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Expédiée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1945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0" y="219456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13223B"/>
          </a:solidFill>
          <a:ln w="12700">
            <a:solidFill>
              <a:srgbClr val="1322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1945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59359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9776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peut basculer vers ce statut à tout moment avant l'expédition. Chaque transition d'état est horodatée et journalisée (traçabilité).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développées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476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1343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panier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Ajout, modification, retrait de produits.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19476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31343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commande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6974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stock, calcul du total.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9476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31343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commande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6974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courant et historique des statuts.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783080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79408" y="19476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79408" y="231343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facture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79408" y="269748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avec numéro unique.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0782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44398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8280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avant l'expédition.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91840" y="3913632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93008" y="40782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93008" y="444398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93008" y="48280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annulation d'une commande.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3913632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40782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444398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client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48280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passées et leur statut.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913632"/>
            <a:ext cx="2578608" cy="1965960"/>
          </a:xfrm>
          <a:prstGeom prst="roundRect">
            <a:avLst>
              <a:gd name="adj" fmla="val 2791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79408" y="40782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979408" y="444398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livraison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979408" y="482803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jusqu'à la remise au client.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 et structure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840480"/>
          </a:xfrm>
          <a:prstGeom prst="roundRect">
            <a:avLst>
              <a:gd name="adj" fmla="val 142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47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48554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(API REST)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+ PostgreSQL (persistance)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 mémoire pour les tests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(tests automatisés)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257800" cy="3840480"/>
          </a:xfrm>
          <a:prstGeom prst="roundRect">
            <a:avLst>
              <a:gd name="adj" fmla="val 142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90488" y="1947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90488" y="2331720"/>
            <a:ext cx="48554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src/config — connexion base de données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 — 6 entités et leurs associations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src/services — logique métier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src/controllers, src/routes — API HTTP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src/middlewares — authentification, erreurs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— 14 tests automatisés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— analyse, conception, intégration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tests et résultats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Unitaires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isolément chaque fonction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panier / commande / catalogue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le tunnel d'achat complet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Non-régression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casse après une évolution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657600" cy="1920240"/>
          </a:xfrm>
          <a:prstGeom prst="roundRect">
            <a:avLst>
              <a:gd name="adj" fmla="val 2857"/>
            </a:avLst>
          </a:prstGeom>
          <a:solidFill>
            <a:srgbClr val="13223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6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697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passants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(npm test)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10881360" cy="1920240"/>
          </a:xfrm>
          <a:prstGeom prst="roundRect">
            <a:avLst>
              <a:gd name="adj" fmla="val 2857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05079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cas couverts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434840"/>
            <a:ext cx="10479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au panier d'une quantité supérieure au stock → rejet   ·   Stock modifié entre-temps → recalcul ou blocage   ·   Parcours panier → commande → facture → livraison   ·   Annulation puis blocage de toute transition suivante   ·   Remboursement après annulation, refus d'un second remboursement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Dépendances avec les autres groupes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47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 — Sécurité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4855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du client avant toute opération. Stub en place (en-tête x-client-id), prêt à être remplacé par la vérification JWT réelle.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947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Catalogue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331720"/>
            <a:ext cx="4855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stock et du prix avant validation de commande. Client simulé (mode mock), prêt à brancher une vraie API sans changer la logique métier.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233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4 — Frontend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617720"/>
            <a:ext cx="4855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communes pour l'affichage du panier et du suivi. Contrat d'API documenté (docs/integration-api.md).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06908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4233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— Infra / Tests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4617720"/>
            <a:ext cx="4855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aux tests d'intégration globaux. Suite de tests fournie, exécutable sans dépendance externe.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et solutions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retenue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de survente si deux clients commandent le dernier exemplaire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Vérification finale du stock et transaction atomique au moment de la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Décalage entre le panier (temporaire) et le stock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stock n'est décrémenté qu'à la validation de la commande, jamais à l'ajout au panier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annulations tardives (commande en préparation)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Règles strictes limitant l'annulation aux statuts antérieurs à l'expédition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Dépendance non livrée du Groupe 2 au moment du développement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catalogue simulé, avec contrat d'interface stable pour brancher l'API réelle plus tard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 Git et état du projet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840480"/>
          </a:xfrm>
          <a:prstGeom prst="roundRect">
            <a:avLst>
              <a:gd name="adj" fmla="val 1429"/>
            </a:avLst>
          </a:prstGeom>
          <a:solidFill>
            <a:srgbClr val="F2F3F5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47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48554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github.com/kevinduran-Tech/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Groupe3-panier-commandes-livraison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commits 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Initialisation (modèles, doc)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Développement (API, tests)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Ajout du remboursement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257800" cy="3840480"/>
          </a:xfrm>
          <a:prstGeom prst="roundRect">
            <a:avLst>
              <a:gd name="adj" fmla="val 1429"/>
            </a:avLst>
          </a:prstGeom>
          <a:solidFill>
            <a:srgbClr val="1D2E4F"/>
          </a:solidFill>
          <a:ln w="12700">
            <a:solidFill>
              <a:srgbClr val="1D2E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90488" y="1947672"/>
            <a:ext cx="4855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90488" y="2331720"/>
            <a:ext cx="48554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Analyse des besoins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Conception (données, architecture)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Développement complet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Tests (14/14 passants)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Documentation d'intégration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Branchement réel Groupe 1 / Groupe 2 (en attente de leur livraison)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Panier, commandes et livraison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tunnel d'achat complet, fiable et déployé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« Panier, commandes et livraison » couvre l'ensemble du parcours d'achat : gestion du panier, validation sécurisée des commandes, suivi jusqu'à la livraison et génération des factures, avec remboursement en cas d'annulation — testé (14 tests) et versionné sur GitHub.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6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 intégré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en temps réel de l'état de la livraison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codes promotionnels avancé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retours produits après livraison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2026-09-27T09:33:15Z</dcterms:created>
  <dcterms:modified xsi:type="dcterms:W3CDTF">2026-09-27T09:33:15Z</dcterms:modified>
</cp:coreProperties>
</file>