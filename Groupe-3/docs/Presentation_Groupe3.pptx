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Génie Logiciel – Session normale Summer 2026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Groupe 3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4B1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Panier, commandes et livraison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74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e-commerce  ·  Node.js, Express, SQLite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module, trois acteurs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7190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Remplit son panier, passe commande, suit sa livraison, télécharge sa facture.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457200" cy="45720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81635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Confirme, prépare et expédie les commandes, gère les remboursements.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Livreur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1363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 l'expédition puis la livraison effective.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212080" y="1371600"/>
            <a:ext cx="1645920" cy="1417320"/>
          </a:xfrm>
          <a:prstGeom prst="roundRect">
            <a:avLst>
              <a:gd name="adj" fmla="val 774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12080" y="1508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55A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2240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d'utilisation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40880" y="1371600"/>
            <a:ext cx="1645920" cy="1417320"/>
          </a:xfrm>
          <a:prstGeom prst="roundRect">
            <a:avLst>
              <a:gd name="adj" fmla="val 774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0" y="1508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55A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2240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(jeton JWT)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212080" y="3017520"/>
            <a:ext cx="1645920" cy="1417320"/>
          </a:xfrm>
          <a:prstGeom prst="roundRect">
            <a:avLst>
              <a:gd name="adj" fmla="val 774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12080" y="31546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55A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3886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états d'une commande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040880" y="3017520"/>
            <a:ext cx="1645920" cy="1417320"/>
          </a:xfrm>
          <a:prstGeom prst="roundRect">
            <a:avLst>
              <a:gd name="adj" fmla="val 774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40880" y="31546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55A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3886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de données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en trois couches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813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(Express)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28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/api/cart et /api/orders, jeton JWT, rôles, codes HTTP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6243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971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métier : panier, commandes, cycle de vie, factures, remboursements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7673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et intégrations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114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SQLite, interface du catalogue (Groupe 2)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S'appuie sur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0" y="1737360"/>
            <a:ext cx="27432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1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2240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Jeton JWT : identité et rôle de l'utilisateur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0" y="3200400"/>
            <a:ext cx="27432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2648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2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3703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: produits, prix, réservation du stock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de données : 8 tables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Panier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panier par client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cart_items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et quantité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55A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état, total, adresse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figés à l'achat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order_status_history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qui, quand, quel état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482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Après-vente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 FAC-AAAA-NNNNNN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deliveries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expédition et livraison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refunds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et motif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Montants en entiers (FCFA)  ·  contraintes CHECK, UNIQUE et clés étrangères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Cycle de vie d'une commande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1371600" cy="822960"/>
          </a:xfrm>
          <a:prstGeom prst="roundRect">
            <a:avLst>
              <a:gd name="adj" fmla="val 133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463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attente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2377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valide le panier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74520" y="1874520"/>
            <a:ext cx="274320" cy="0"/>
          </a:xfrm>
          <a:prstGeom prst="line">
            <a:avLst/>
          </a:prstGeom>
          <a:noFill/>
          <a:ln w="31750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48840" y="1463040"/>
            <a:ext cx="1371600" cy="822960"/>
          </a:xfrm>
          <a:prstGeom prst="roundRect">
            <a:avLst>
              <a:gd name="adj" fmla="val 133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48840" y="1463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Confirmée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2377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+ facture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20440" y="1874520"/>
            <a:ext cx="274320" cy="0"/>
          </a:xfrm>
          <a:prstGeom prst="line">
            <a:avLst/>
          </a:prstGeom>
          <a:noFill/>
          <a:ln w="31750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94760" y="1463040"/>
            <a:ext cx="1371600" cy="822960"/>
          </a:xfrm>
          <a:prstGeom prst="roundRect">
            <a:avLst>
              <a:gd name="adj" fmla="val 133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94760" y="1463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préparation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2377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66360" y="1874520"/>
            <a:ext cx="274320" cy="0"/>
          </a:xfrm>
          <a:prstGeom prst="line">
            <a:avLst/>
          </a:prstGeom>
          <a:noFill/>
          <a:ln w="31750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40680" y="1463040"/>
            <a:ext cx="1371600" cy="822960"/>
          </a:xfrm>
          <a:prstGeom prst="roundRect">
            <a:avLst>
              <a:gd name="adj" fmla="val 133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40680" y="1463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Expédiée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2377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ou livreur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12280" y="1874520"/>
            <a:ext cx="274320" cy="0"/>
          </a:xfrm>
          <a:prstGeom prst="line">
            <a:avLst/>
          </a:prstGeom>
          <a:noFill/>
          <a:ln w="31750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086600" y="1463040"/>
            <a:ext cx="1371600" cy="822960"/>
          </a:xfrm>
          <a:prstGeom prst="roundRect">
            <a:avLst>
              <a:gd name="adj" fmla="val 13333"/>
            </a:avLst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86600" y="1463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2377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Livreur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3200400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337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55A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Annulée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3794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avant l'expédition : le stock est remis.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17720" y="3200400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46320" y="3337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55A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Remboursée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794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après confirmation ou livraison : remboursement enregistré.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Fiabilité et sécurité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25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du stock « tout ou rien »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733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réservation partielle.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411480" cy="41148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1945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et compensation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5420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d'échec : commande annulée, stock remis.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411480" cy="41148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063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figés dans la commande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4107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catalogue peut changer sans effet.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411480" cy="41148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931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et confidentialité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2793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 ne voit que ses commandes.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60720" y="1371600"/>
            <a:ext cx="2926080" cy="3108960"/>
          </a:xfrm>
          <a:prstGeom prst="roundRect">
            <a:avLst>
              <a:gd name="adj" fmla="val 4688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17373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4B1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46/46</a:t>
            </a:r>
            <a:endParaRPr lang="en-US" sz="5400" dirty="0"/>
          </a:p>
        </p:txBody>
      </p:sp>
      <p:sp>
        <p:nvSpPr>
          <p:cNvPr id="21" name="Text 19"/>
          <p:cNvSpPr txBox="1"/>
          <p:nvPr/>
        </p:nvSpPr>
        <p:spPr>
          <a:xfrm>
            <a:off x="5760720" y="2788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réussis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33375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et Supertest : sécurité, panier, commande, cycle de vie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Intégration et limites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4B1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Avec les autres groupes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1 : jeton JWT partagé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2 : interface du catalogue à brancher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4 : API REST documentée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5 : npm start, /health, npm test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4B1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actuelles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73736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simulé : confirmer vaut paiement accepté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de démonstration en mémoire, en attendant le Groupe 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Merci. Des questions ?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Groupe 3 – Panier, commandes et livraison</dc:title>
  <dc:subject>PptxGenJS Presentation</dc:subject>
  <dc:creator>PptxGenJS</dc:creator>
  <cp:lastModifiedBy>PptxGenJS</cp:lastModifiedBy>
  <cp:revision>1</cp:revision>
  <dcterms:created xsi:type="dcterms:W3CDTF">2026-10-01T18:29:08Z</dcterms:created>
  <dcterms:modified xsi:type="dcterms:W3CDTF">2026-10-01T18:29:08Z</dcterms:modified>
</cp:coreProperties>
</file>